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76" r:id="rId3"/>
    <p:sldId id="258" r:id="rId4"/>
    <p:sldId id="277" r:id="rId5"/>
    <p:sldId id="287" r:id="rId6"/>
    <p:sldId id="288" r:id="rId7"/>
    <p:sldId id="289" r:id="rId8"/>
    <p:sldId id="293" r:id="rId9"/>
    <p:sldId id="294" r:id="rId10"/>
    <p:sldId id="274" r:id="rId11"/>
    <p:sldId id="285" r:id="rId12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1"/>
    <p:restoredTop sz="66332"/>
  </p:normalViewPr>
  <p:slideViewPr>
    <p:cSldViewPr snapToGrid="0">
      <p:cViewPr varScale="1">
        <p:scale>
          <a:sx n="65" d="100"/>
          <a:sy n="65" d="100"/>
        </p:scale>
        <p:origin x="8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5FC23-7EFD-4943-8C13-EDFFF5B207E1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A5CE-A427-B34C-B558-883EB129398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5183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Делегати в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C# -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це типи, які вказують на методи, які можна викликати пізніше через них. Вони дозволяють передавати методи як аргументи і викликати їх з іншого місця в програмі. Делегати визначають сигнатуру методу, до якого вони вказують.</a:t>
            </a:r>
          </a:p>
          <a:p>
            <a:r>
              <a:rPr lang="en-US" dirty="0">
                <a:solidFill>
                  <a:srgbClr val="E9950C"/>
                </a:solidFill>
                <a:effectLst/>
              </a:rPr>
              <a:t>delegate</a:t>
            </a:r>
            <a:r>
              <a:rPr lang="en-US" dirty="0">
                <a:effectLst/>
              </a:rPr>
              <a:t> </a:t>
            </a:r>
            <a:r>
              <a:rPr lang="en-US" dirty="0">
                <a:solidFill>
                  <a:srgbClr val="2E95D3"/>
                </a:solidFill>
                <a:effectLst/>
              </a:rPr>
              <a:t>void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solidFill>
                  <a:srgbClr val="F22C3D"/>
                </a:solidFill>
                <a:effectLst/>
              </a:rPr>
              <a:t>MyDelegate</a:t>
            </a:r>
            <a:r>
              <a:rPr lang="en-US" dirty="0">
                <a:effectLst/>
              </a:rPr>
              <a:t>(</a:t>
            </a:r>
            <a:r>
              <a:rPr lang="en-US" dirty="0">
                <a:solidFill>
                  <a:srgbClr val="E9950C"/>
                </a:solidFill>
                <a:effectLst/>
              </a:rPr>
              <a:t>int</a:t>
            </a:r>
            <a:r>
              <a:rPr lang="en-US" dirty="0">
                <a:effectLst/>
              </a:rPr>
              <a:t> x); 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Цей делегат може вказувати на будь-який метод, який приймає один </a:t>
            </a:r>
            <a:r>
              <a:rPr lang="uk-UA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цілочисельний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аргумент і не повертає нічого.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Використання простого та групового делегатів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Простий делегат вказує на один метод. Груповий делегат може вказувати на декілька методів і викликати їх послідовно.</a:t>
            </a: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>
                <a:effectLst/>
              </a:rPr>
              <a:t>Масиви делегатів дозволяють зберігати кілька делегатів і викликати їх окремо.</a:t>
            </a:r>
          </a:p>
          <a:p>
            <a:br>
              <a:rPr lang="uk-UA" dirty="0"/>
            </a:br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56862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Анонімні методи дозволяють визначити блок коду без імені, який може бути переданий як делегат.</a:t>
            </a:r>
          </a:p>
          <a:p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Лямбда-вирази - це короткий синтаксис для визначення анонімних методів. Вони зручні для коротких функцій.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8215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Визначення події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Події дозволяють об'єктам підписуватися на сповіщення про зміну стану або виконання дії.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69526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Визначення події</a:t>
            </a:r>
          </a:p>
          <a:p>
            <a:pPr algn="l"/>
            <a:r>
              <a:rPr lang="uk-UA" b="0" i="0" u="none" strike="noStrike">
                <a:solidFill>
                  <a:srgbClr val="ECECEC"/>
                </a:solidFill>
                <a:effectLst/>
                <a:latin typeface="Söhne"/>
              </a:rPr>
              <a:t>Події дозволяють об'єктам підписуватися на сповіщення про зміну стану або виконання дії.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580516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Визначення події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Події дозволяють об'єктам підписуватися на сповіщення про зміну стану або виконання дії.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Взаємодія об’єктів через події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Події дозволяють об'єктам спілкуватися між собою без прямого зв'язку.</a:t>
            </a:r>
          </a:p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012761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10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EF03-D175-672D-C67B-384DA7F3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46C7-3A60-A92D-924F-80FABD230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AA43-5B97-9B56-6E13-EBC57F5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5810-11E9-CAE5-A716-77311F7A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EF6-9442-31FF-978B-BDD33EA1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9723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FD83-8FD0-BE47-FA46-CA2D8A8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D8DA-A9D8-CF11-A993-290BEA8D6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D745-0DB6-3180-E732-D4B7B236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FF62-578D-6FF5-1E16-479E43AB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F038-ADDE-54EB-ECF8-FF87EA69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2411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3020-BEA4-1CAA-8DA3-474E84DC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FDC83-BF32-BF97-9FA7-59BEDBA2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1D6C-E414-490C-4ECC-D3E70340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BBF5-6F88-61BF-2098-BF4D84D1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5EAF-BA42-3F42-8553-C9F8EF4C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8511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02BD-9F5C-B997-C939-C86FE9CE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8781-B249-7B89-7AD2-9C27F1538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D9CE1-E8AD-FD30-E3EB-4ED5C2A4B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EFF02-E547-C301-1AC9-14E2F238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D0DB-B23F-1067-8219-C2FD40B7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145C3-EBC2-DA63-F6D4-9068BE91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2096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185-CA0B-51FD-4506-CD6B058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D89B-37E8-DDE3-52E3-E16CE0C0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F717E-2112-230E-E169-083F6F85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528E-BAE2-5910-80CE-990E4C6B4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4CAB3-3092-8C0A-6A31-C199C7114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67FA8-F662-2BAE-CA7B-F23DD684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377B-5B5B-2CE3-73BA-ECC48E5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E9D97-BBC9-C2F7-6D66-6D320A4A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882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9FF9-177C-E894-FC53-528B0DEA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98B15-D80B-94C8-AFAB-DB4949BA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D25C0-696E-BA5A-2C42-D461087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A8421-1EBF-F14F-599C-B0AE632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396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BD585-5ADC-575F-E2A4-6F32744C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03353-985A-96EC-FFA9-BCFA3A2D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358F3-742E-AF7F-B2A7-B1A5B842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183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82D4-BFEC-6436-81F2-9080B9E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BA0B-BCA9-303C-E912-5C931251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3233F-01D2-4649-B8F6-0B7453A7E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6DE8-1A8E-4802-52D4-382C0744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872DF-E626-5EC1-7885-D2D51259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C3B7-0F4A-8841-4D3E-6102778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1309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7C4E-AE86-F883-0B0E-E14C58C7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F3B91-F5B2-3CF5-5607-55841B93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44425-2EB9-6F8F-7540-3D713CE4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1CDC-A95E-648D-A9D1-44E71617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911F9-603B-92F7-9E75-B90706AD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01B2-C113-00F5-7144-ACE0E338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9377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6783-95E1-0761-609C-B533B266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511D9-6FB4-13A2-DBB7-2347D776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3C9F-C307-AECE-82FB-1F0244F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25C1E-BB6C-A70B-C727-EBC870C7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6285-0344-16ED-A119-2BB926DE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3379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2800D-F023-15B6-AAF1-8A3869B96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CD29-EE8D-A3B8-1B6D-456FC9B7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40D8-E351-5C23-7A7F-6EAC600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70253-2D54-CE1C-CA8D-A921962B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4E1E-D330-6F12-F55B-FC707E5B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9212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3/10/26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1643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3/10/26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9343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3/10/26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27677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3/10/26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85045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3/10/26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4615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3/10/26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63825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3/10/26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93313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3/10/26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17850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3/10/26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0325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3/10/26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90385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3/10/26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37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693A4-3C53-B7B0-CF62-11883ABC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9CE9-81D4-4768-B915-962C3AFCB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02B8E-B51A-DEDA-6E56-90B90539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E5275-D3E6-A44F-9925-47DEA318869C}" type="datetimeFigureOut">
              <a:rPr lang="en-UA" smtClean="0"/>
              <a:t>10.03.2026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56E8-6279-A6E4-EC10-72D79B74B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6504-4B73-2BC6-0122-58A63027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5005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3/10/26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3695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6" y="256611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Делегати, події в мові </a:t>
            </a:r>
            <a:r>
              <a:rPr lang="en-US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C#: </a:t>
            </a:r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визначення типу делегата, використання простого та групового делегатів, масиву делегатів, анонімні методи і лямбда-вирази. Визначення події, взаємодія об’єктів через подію. Оголошення та використання інтерфейсів. Оголошення класів, що реалізують стандартні інтерфейси.</a:t>
            </a:r>
            <a:endParaRPr lang="uk-UA" sz="3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33211"/>
            <a:ext cx="8214637" cy="166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(повне найменування назва факультету)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(повна назва кафедри)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2026 </a:t>
            </a: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66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Делегати (</a:t>
            </a:r>
            <a:r>
              <a:rPr lang="en-US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Delegates)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B29E7-4280-52CF-5664-8D146205A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174" y="1063895"/>
            <a:ext cx="6526845" cy="551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Масив делегатів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C24FC-B52F-D96A-73A8-836FDB1FE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266" y="2471328"/>
            <a:ext cx="7772400" cy="262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93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413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Анонімні методи і лямбда-вирази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F956C-6380-284E-8606-A4AF1C15B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266" y="1959531"/>
            <a:ext cx="7772400" cy="14694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FDB390-2C7B-21B3-737C-61F184ADF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266" y="4207974"/>
            <a:ext cx="7772400" cy="88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74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Події (</a:t>
            </a:r>
            <a:r>
              <a:rPr lang="en-US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Events)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A4D5BE-711C-9F29-6A30-6C721692C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530" y="2212848"/>
            <a:ext cx="6294553" cy="3841746"/>
          </a:xfrm>
          <a:prstGeom prst="rect">
            <a:avLst/>
          </a:prstGeom>
        </p:spPr>
      </p:pic>
      <p:pic>
        <p:nvPicPr>
          <p:cNvPr id="1028" name="Picture 4" descr="Delegates in C#, simplified. – programmium">
            <a:extLst>
              <a:ext uri="{FF2B5EF4-FFF2-40B4-BE49-F238E27FC236}">
                <a16:creationId xmlns:a16="http://schemas.microsoft.com/office/drawing/2014/main" id="{B3313E1F-7B96-9578-E2B5-AE08A9436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658" y="803406"/>
            <a:ext cx="4817300" cy="384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202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Події (</a:t>
            </a:r>
            <a:r>
              <a:rPr lang="en-US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Events)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43CAF-D0F4-2D27-5BFE-F9D36008C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931" y="1693333"/>
            <a:ext cx="7772400" cy="375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22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8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Події (</a:t>
            </a:r>
            <a:r>
              <a:rPr lang="en-US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Events)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B899FD-4B31-60E6-30DD-950B13F3A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931" y="1797050"/>
            <a:ext cx="7772400" cy="360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44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20291</TotalTime>
  <Words>324</Words>
  <Application>Microsoft Macintosh PowerPoint</Application>
  <PresentationFormat>Widescreen</PresentationFormat>
  <Paragraphs>51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Söhne</vt:lpstr>
      <vt:lpstr>Times New Roman</vt:lpstr>
      <vt:lpstr>Office Theme</vt:lpstr>
      <vt:lpstr>1_Office Theme</vt:lpstr>
      <vt:lpstr>PowerPoint Presentation</vt:lpstr>
      <vt:lpstr>Делегати, події в мові C#: визначення типу делегата, використання простого та групового делегатів, масиву делегатів, анонімні методи і лямбда-вирази. Визначення події, взаємодія об’єктів через подію. Оголошення та використання інтерфейсів. Оголошення класів, що реалізують стандартні інтерфейси.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Orest Onyshchenko</dc:creator>
  <cp:lastModifiedBy>Орест Онищенко</cp:lastModifiedBy>
  <cp:revision>11</cp:revision>
  <dcterms:created xsi:type="dcterms:W3CDTF">2024-01-23T17:14:06Z</dcterms:created>
  <dcterms:modified xsi:type="dcterms:W3CDTF">2026-03-10T07:03:44Z</dcterms:modified>
</cp:coreProperties>
</file>
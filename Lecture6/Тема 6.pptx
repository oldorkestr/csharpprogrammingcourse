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76" r:id="rId3"/>
    <p:sldId id="258" r:id="rId4"/>
    <p:sldId id="277" r:id="rId5"/>
    <p:sldId id="289" r:id="rId6"/>
    <p:sldId id="290" r:id="rId7"/>
    <p:sldId id="291" r:id="rId8"/>
    <p:sldId id="292" r:id="rId9"/>
    <p:sldId id="274" r:id="rId10"/>
    <p:sldId id="285" r:id="rId1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9"/>
    <p:restoredTop sz="76494"/>
  </p:normalViewPr>
  <p:slideViewPr>
    <p:cSldViewPr snapToGrid="0">
      <p:cViewPr varScale="1">
        <p:scale>
          <a:sx n="63" d="100"/>
          <a:sy n="63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Узагальнення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створювати класи, методи та інші типи, які робляться незалежними від конкретних типів даних. Це дозволяє писати код, який працює з будь-яким типом, що задовольняє певні умови.</a:t>
            </a:r>
          </a:p>
          <a:p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 цьому прикладі </a:t>
            </a:r>
            <a:r>
              <a:rPr lang="en-US" dirty="0" err="1"/>
              <a:t>GenericClass</a:t>
            </a:r>
            <a:r>
              <a:rPr lang="en-US" dirty="0"/>
              <a:t>&lt;T&gt;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є узагальненим класом. </a:t>
            </a:r>
            <a:r>
              <a:rPr lang="en-US" dirty="0"/>
              <a:t>T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-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 параметр типу, який може бути будь-яким типом даних.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При створенні екземпляра цього класу вказується конкретний тип, наприклад: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1788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Узагальнення можна також застосовувати до інтерфейсів. Це дозволяє створювати узагальнені контракти для класів.</a:t>
            </a:r>
          </a:p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 цьому прикладі </a:t>
            </a:r>
            <a:r>
              <a:rPr lang="en-US" dirty="0" err="1"/>
              <a:t>IGenericInterface</a:t>
            </a:r>
            <a:r>
              <a:rPr lang="en-US" dirty="0"/>
              <a:t>&lt;T&gt;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є узагальненим інтерфейсом. </a:t>
            </a:r>
            <a:r>
              <a:rPr lang="en-US" dirty="0" err="1"/>
              <a:t>ConcreteClass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реалізує цей інтерфейс для </a:t>
            </a:r>
            <a:r>
              <a:rPr lang="en-US" dirty="0"/>
              <a:t>int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Можна також створити класи, які реалізовують цей інтерфейс для інших типів.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65566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Переваги узагальнень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Повторне використання коду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 Одну узагальнену функцію чи клас можна використовувати для різних типів даних.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Безпека типів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 Компілятор впевнюється, що типи використовувані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коректно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Недоліки узагальнень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Збільшення обсягу коду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 Інколи узагальнені типи можуть призвести до збільшення обсягу коду.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Погіршення продуктивності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 Використання узагальнень може мати вплив на продуктивність, особливо в складних алгоритмах</a:t>
            </a: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 цьому прикладі </a:t>
            </a:r>
            <a:r>
              <a:rPr lang="en-US" dirty="0" err="1"/>
              <a:t>CustomList</a:t>
            </a:r>
            <a:r>
              <a:rPr lang="en-US" dirty="0"/>
              <a:t>&lt;T&gt;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-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узагальнений клас, який представляє простий список. Він може бути використаний для будь-якого типу даних: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04209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 дозволяє створювати списки для різних типів даних за допомогою одного узагальненого класу </a:t>
            </a:r>
            <a:r>
              <a:rPr lang="en-US" dirty="0" err="1"/>
              <a:t>CustomList</a:t>
            </a:r>
            <a:r>
              <a:rPr lang="en-US" dirty="0"/>
              <a:t>&lt;T&gt;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0775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3/17/26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3/17/26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3/17/26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3/17/26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3/17/26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3/17/26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17.03.2026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3/17/26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600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Розробка узагальнених типів. Узагальнення класів. Узагальнення інтерфейсів. Обмеження узагальнень. Засоби узагальнених класів. Питання обсягу коду та продуктивності.</a:t>
            </a:r>
            <a:endParaRPr lang="uk-UA" sz="7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125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Розробка узагальнених типів. Узагальнення класів.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F2491-6E9A-0A51-55CA-6678D9954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773" y="1704242"/>
            <a:ext cx="7772400" cy="40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125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Розробка узагальнених типів. Узагальнення класів.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84933-34C1-DAE6-378C-AE87A05EB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577" y="2596243"/>
            <a:ext cx="7772400" cy="16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5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361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Узагальнення інтерфейсів. Обмеження узагальнень.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ACD69-4828-E2AA-E526-3B1E54F45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058" y="1892300"/>
            <a:ext cx="7772400" cy="3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5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835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Засоби узагальнених класів. Питання обсягу коду та продуктивності.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179CC-F169-BF63-05AB-2F9F424C8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080" y="1391316"/>
            <a:ext cx="6456893" cy="4990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48D7CA-9BE7-A3EF-569D-AFE2E35A8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333" y="1878272"/>
            <a:ext cx="6456893" cy="200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8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361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Узагальнення інтерфейсів. Обмеження узагальнень.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C0FB1-5386-30E8-A4F2-62C9888C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123" y="2078190"/>
            <a:ext cx="7772400" cy="301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5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20248</TotalTime>
  <Words>339</Words>
  <Application>Microsoft Macintosh PowerPoint</Application>
  <PresentationFormat>Widescreen</PresentationFormat>
  <Paragraphs>44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Розробка узагальнених типів. Узагальнення класів. Узагальнення інтерфейсів. Обмеження узагальнень. Засоби узагальнених класів. Питання обсягу коду та продуктивності.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9</cp:revision>
  <dcterms:created xsi:type="dcterms:W3CDTF">2024-01-23T17:14:06Z</dcterms:created>
  <dcterms:modified xsi:type="dcterms:W3CDTF">2026-03-17T06:40:00Z</dcterms:modified>
</cp:coreProperties>
</file>
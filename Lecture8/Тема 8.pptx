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76" r:id="rId3"/>
    <p:sldId id="258" r:id="rId4"/>
    <p:sldId id="277" r:id="rId5"/>
    <p:sldId id="286" r:id="rId6"/>
    <p:sldId id="287" r:id="rId7"/>
    <p:sldId id="288" r:id="rId8"/>
    <p:sldId id="289" r:id="rId9"/>
    <p:sldId id="274" r:id="rId10"/>
    <p:sldId id="285" r:id="rId11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EB5C4-2AD5-2E4A-8D59-EAFBF8BC5951}" v="1" dt="2026-03-31T05:17:16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1"/>
    <p:restoredTop sz="88409"/>
  </p:normalViewPr>
  <p:slideViewPr>
    <p:cSldViewPr snapToGrid="0">
      <p:cViewPr varScale="1">
        <p:scale>
          <a:sx n="111" d="100"/>
          <a:sy n="111" d="100"/>
        </p:scale>
        <p:origin x="7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Простір імен </a:t>
            </a:r>
            <a:r>
              <a:rPr lang="en-US" dirty="0" err="1"/>
              <a:t>System.Reflection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в .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NET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програмістам отримувати інформацію про програмний код на етапі виконання. Це дозволяє виконувати різноманітні завдання, такі як виклик методів, створення об'єктів, зчитування та запис полів і властивостей.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Завдяки </a:t>
            </a:r>
            <a:r>
              <a:rPr lang="en-US" dirty="0" err="1"/>
              <a:t>System.Reflection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,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можна отримувати доступ до метаданих класів, методів, полів та інших елементів програми під час її виконання.</a:t>
            </a:r>
          </a:p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Збірка - це файл, що містить скомпільований код програми. Ми можемо досліджувати збірки для отримання інформації про класи та інші елементи програми.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22511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Атрибути - це спеціальні мітки, які можна розмістити перед класами, методами, властивостями і </a:t>
            </a:r>
            <a:r>
              <a:rPr lang="uk-UA" b="0" i="0" u="none" strike="noStrike" dirty="0" err="1">
                <a:solidFill>
                  <a:srgbClr val="ECECEC"/>
                </a:solidFill>
                <a:effectLst/>
                <a:latin typeface="Söhne"/>
              </a:rPr>
              <a:t>т.д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. для вказівки додаткової інформації про ці елементи програми.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58500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Ми можемо використовувати </a:t>
            </a:r>
            <a:r>
              <a:rPr lang="en-US" dirty="0" err="1"/>
              <a:t>System.Reflection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для отримання доступу до приватних методів, полів і властивостей класу.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238249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 err="1"/>
              <a:t>System.Reflection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дозволяє викликати методи за їх іменем під час виконання програми.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83937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3/31/26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3/31/26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3/31/26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3/31/26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3/31/26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3/31/26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31.03.2026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3/31/26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600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Простір імен </a:t>
            </a:r>
            <a:r>
              <a:rPr lang="en-US" sz="3600" b="0" i="0" u="none" strike="noStrike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System.Reflection</a:t>
            </a:r>
            <a:r>
              <a:rPr lang="en-US" sz="3600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uk-UA" sz="3600" b="0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Програмний доступ до метаданих. Дослідження збірки та типів. Користувацькі атрибути та їх використання. Приклади. Доступ до приватних членів класу. Динамічний виклик методів.</a:t>
            </a:r>
            <a:endParaRPr lang="uk-UA" sz="7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</a:t>
            </a:r>
            <a:r>
              <a:rPr lang="en-US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6</a:t>
            </a:r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145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Простір </a:t>
            </a:r>
            <a:r>
              <a:rPr lang="en-US" b="1" i="0" u="none" strike="noStrike" dirty="0" err="1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System.Reflection</a:t>
            </a:r>
            <a:endParaRPr lang="en-US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0E1DA6-1875-A81E-0479-FB5824C2A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50" y="2703913"/>
            <a:ext cx="7772400" cy="539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9EDEFF-02DB-C9E9-4B03-B28FDEA51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3550" y="3242914"/>
            <a:ext cx="7772400" cy="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4278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Програмний доступ до метаданих</a:t>
            </a:r>
            <a:b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</a:br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Дослідження збірки, типу</a:t>
            </a:r>
          </a:p>
          <a:p>
            <a:endParaRPr lang="uk-UA" b="1" i="0" u="none" strike="noStrike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7FDBB1-6A12-D9EF-7F0B-6C4133122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2378645"/>
            <a:ext cx="7772400" cy="5513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851F3E-4655-759C-44DE-77CD3F47F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3479800"/>
            <a:ext cx="7772400" cy="53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1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Атрибути користувача та їх використання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67956-B153-61AE-C573-66D5C409E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950" y="2525987"/>
            <a:ext cx="7772400" cy="143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5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4241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Доступ до приватних членів класу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3DE5F8-C140-1A97-50EB-65BB4CDEB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181" y="3043637"/>
            <a:ext cx="7772400" cy="770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6150F8-CBB5-D0E0-9C7E-401E67AF7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581" y="3043637"/>
            <a:ext cx="2345209" cy="77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9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3353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Динамічний виклик методу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FB7A8-0CF9-F4D6-1B9A-F36F6EA29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2842386"/>
            <a:ext cx="7772400" cy="80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268</Words>
  <Application>Microsoft Macintosh PowerPoint</Application>
  <PresentationFormat>Widescreen</PresentationFormat>
  <Paragraphs>35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Простір імен System.Reflection. Програмний доступ до метаданих. Дослідження збірки та типів. Користувацькі атрибути та їх використання. Приклади. Доступ до приватних членів класу. Динамічний виклик методів.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11</cp:revision>
  <dcterms:created xsi:type="dcterms:W3CDTF">2024-01-23T17:14:06Z</dcterms:created>
  <dcterms:modified xsi:type="dcterms:W3CDTF">2026-03-31T05:18:11Z</dcterms:modified>
</cp:coreProperties>
</file>
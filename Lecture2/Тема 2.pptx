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76" r:id="rId3"/>
    <p:sldId id="258" r:id="rId4"/>
    <p:sldId id="277" r:id="rId5"/>
    <p:sldId id="281" r:id="rId6"/>
    <p:sldId id="287" r:id="rId7"/>
    <p:sldId id="288" r:id="rId8"/>
    <p:sldId id="289" r:id="rId9"/>
    <p:sldId id="290" r:id="rId10"/>
    <p:sldId id="291" r:id="rId11"/>
    <p:sldId id="274" r:id="rId12"/>
    <p:sldId id="285" r:id="rId13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2F292-8B62-8AC3-E2C0-80994721A42C}" v="1" dt="2025-02-17T06:55:20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8"/>
    <p:restoredTop sz="66259"/>
  </p:normalViewPr>
  <p:slideViewPr>
    <p:cSldViewPr snapToGrid="0">
      <p:cViewPr varScale="1">
        <p:scale>
          <a:sx n="82" d="100"/>
          <a:sy n="82" d="100"/>
        </p:scale>
        <p:origin x="1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dirty="0"/>
              <a:t>Клас це користувацький тип даних, який використовується для створення складних конструкцій.</a:t>
            </a:r>
            <a:endParaRPr lang="uk-UA" b="1" dirty="0"/>
          </a:p>
          <a:p>
            <a:r>
              <a:rPr lang="uk-UA" b="1" dirty="0"/>
              <a:t>Клас (</a:t>
            </a:r>
            <a:r>
              <a:rPr lang="en-US" b="1" dirty="0"/>
              <a:t>class)</a:t>
            </a:r>
            <a:r>
              <a:rPr lang="en-US" dirty="0"/>
              <a:t> – </a:t>
            </a:r>
            <a:r>
              <a:rPr lang="uk-UA" dirty="0"/>
              <a:t>посилальний тип, створює об’єкти у </a:t>
            </a:r>
            <a:r>
              <a:rPr lang="uk-UA" b="1" dirty="0"/>
              <a:t>купі (</a:t>
            </a:r>
            <a:r>
              <a:rPr lang="en-US" b="1" dirty="0"/>
              <a:t>heap)</a:t>
            </a:r>
            <a:r>
              <a:rPr lang="en-US" dirty="0"/>
              <a:t>.</a:t>
            </a:r>
            <a:endParaRPr lang="uk-UA" dirty="0"/>
          </a:p>
          <a:p>
            <a:r>
              <a:rPr lang="uk-UA" dirty="0"/>
              <a:t>Класи підтримують </a:t>
            </a:r>
            <a:r>
              <a:rPr lang="uk-UA" b="1" dirty="0"/>
              <a:t>наслідування</a:t>
            </a:r>
            <a:r>
              <a:rPr lang="uk-UA" dirty="0"/>
              <a:t>, структури – </a:t>
            </a:r>
            <a:r>
              <a:rPr lang="uk-UA" b="1" dirty="0"/>
              <a:t>ні</a:t>
            </a:r>
            <a:r>
              <a:rPr lang="uk-UA" dirty="0"/>
              <a:t>.</a:t>
            </a:r>
          </a:p>
          <a:p>
            <a:pPr algn="l"/>
            <a:r>
              <a:rPr lang="uk-UA" b="0" i="0" u="none" strike="noStrike" dirty="0">
                <a:solidFill>
                  <a:srgbClr val="0D0D0D"/>
                </a:solidFill>
                <a:effectLst/>
                <a:latin typeface="Söhne"/>
              </a:rPr>
              <a:t>	</a:t>
            </a:r>
          </a:p>
          <a:p>
            <a:pPr algn="l"/>
            <a:endParaRPr lang="uk-UA" b="0" i="0" u="none" strike="noStrike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Структури зазвичай використовують для </a:t>
            </a:r>
            <a:r>
              <a:rPr lang="uk-UA" b="1" dirty="0"/>
              <a:t>легких об’єктів</a:t>
            </a:r>
            <a:r>
              <a:rPr lang="uk-UA" dirty="0"/>
              <a:t> (точки, кольори, розміри).</a:t>
            </a:r>
          </a:p>
          <a:p>
            <a:r>
              <a:rPr lang="uk-UA" b="1" dirty="0"/>
              <a:t>Структура (</a:t>
            </a:r>
            <a:r>
              <a:rPr lang="en-US" b="1" dirty="0"/>
              <a:t>struct)</a:t>
            </a:r>
            <a:r>
              <a:rPr lang="en-US" dirty="0"/>
              <a:t> – </a:t>
            </a:r>
            <a:r>
              <a:rPr lang="uk-UA" dirty="0"/>
              <a:t>значимий тип, зберігається у </a:t>
            </a:r>
            <a:r>
              <a:rPr lang="uk-UA" b="1" dirty="0"/>
              <a:t>стеку (</a:t>
            </a:r>
            <a:r>
              <a:rPr lang="en-US" b="1" dirty="0"/>
              <a:t>stack)</a:t>
            </a:r>
            <a:r>
              <a:rPr lang="en-US" dirty="0"/>
              <a:t>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84276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Властивості це поля класів, їх використовують для наповнення класу даними і для зберігання інформації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18749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Метод – функція, що визначає поведінку об’єкта.</a:t>
            </a:r>
            <a:endParaRPr lang="en-US" dirty="0"/>
          </a:p>
          <a:p>
            <a:r>
              <a:rPr lang="uk-UA" dirty="0"/>
              <a:t>Методи можуть мати:</a:t>
            </a:r>
          </a:p>
          <a:p>
            <a:r>
              <a:rPr lang="uk-UA" dirty="0"/>
              <a:t>Параметри</a:t>
            </a:r>
          </a:p>
          <a:p>
            <a:r>
              <a:rPr lang="uk-UA" dirty="0" err="1"/>
              <a:t>Повертаємої</a:t>
            </a:r>
            <a:r>
              <a:rPr lang="uk-UA" dirty="0"/>
              <a:t> значення</a:t>
            </a:r>
          </a:p>
          <a:p>
            <a:r>
              <a:rPr lang="uk-UA" dirty="0"/>
              <a:t>Перевантаження (</a:t>
            </a:r>
            <a:r>
              <a:rPr lang="en-US" dirty="0"/>
              <a:t>overloading)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66198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0D0D0D"/>
                </a:solidFill>
                <a:effectLst/>
                <a:latin typeface="Söhne"/>
              </a:rPr>
              <a:t>Статичні члени класу належать самому класу, а не його об'єктам, і доступні без створення об'єктів класу.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6588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0D0D0D"/>
                </a:solidFill>
                <a:effectLst/>
                <a:latin typeface="Söhne"/>
              </a:rPr>
              <a:t>Статичний клас може містити тільки статичні члени і не може бути створений екземпляр цього класу.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28912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0D0D0D"/>
                </a:solidFill>
                <a:effectLst/>
                <a:latin typeface="Söhne"/>
              </a:rPr>
              <a:t>Методи розширення дозволяють додавати нові методи до існуючих класів без зміни їх вихідного коду.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00508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10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11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2/16/26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2/16/26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2/16/26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2/16/26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2/16/26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2/16/26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2/16/26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2/16/26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2/16/26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2/16/26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2/16/26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16.02.2026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2/16/26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Тема 2: Класи та структури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</a:t>
            </a:r>
            <a:r>
              <a:rPr lang="en-US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6</a:t>
            </a: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Класи</a:t>
            </a:r>
            <a:endParaRPr lang="uk-UA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8C3301B-B907-CD71-7ACB-4DE9DDA26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909" y="1063895"/>
            <a:ext cx="7772400" cy="535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B0325-EB0F-1599-6311-3A73761A23D4}"/>
              </a:ext>
            </a:extLst>
          </p:cNvPr>
          <p:cNvSpPr txBox="1"/>
          <p:nvPr/>
        </p:nvSpPr>
        <p:spPr>
          <a:xfrm>
            <a:off x="2083981" y="694563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Структури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93F26D8-F90A-036E-3659-13FEAF797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713" y="829279"/>
            <a:ext cx="72009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3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B0325-EB0F-1599-6311-3A73761A23D4}"/>
              </a:ext>
            </a:extLst>
          </p:cNvPr>
          <p:cNvSpPr txBox="1"/>
          <p:nvPr/>
        </p:nvSpPr>
        <p:spPr>
          <a:xfrm>
            <a:off x="2083981" y="694563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Поля і в</a:t>
            </a:r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ластивості класів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70EE12-7EFA-8C71-C03B-D9696DE81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690" y="879229"/>
            <a:ext cx="4445000" cy="5308600"/>
          </a:xfrm>
          <a:prstGeom prst="rect">
            <a:avLst/>
          </a:prstGeom>
        </p:spPr>
      </p:pic>
      <p:pic>
        <p:nvPicPr>
          <p:cNvPr id="1026" name="Picture 2" descr="When making classes, C# programmers be like: : r/ProgrammerHumor">
            <a:extLst>
              <a:ext uri="{FF2B5EF4-FFF2-40B4-BE49-F238E27FC236}">
                <a16:creationId xmlns:a16="http://schemas.microsoft.com/office/drawing/2014/main" id="{C09A51C2-A37C-19A0-59AF-ECA5A763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586" y="1525247"/>
            <a:ext cx="4003203" cy="389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823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B0325-EB0F-1599-6311-3A73761A23D4}"/>
              </a:ext>
            </a:extLst>
          </p:cNvPr>
          <p:cNvSpPr txBox="1"/>
          <p:nvPr/>
        </p:nvSpPr>
        <p:spPr>
          <a:xfrm>
            <a:off x="2083981" y="694563"/>
            <a:ext cx="18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Методи класів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3A0B14D-E756-D40C-C3FD-F15FBC5BF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913" y="2601615"/>
            <a:ext cx="7772400" cy="165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4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B0325-EB0F-1599-6311-3A73761A23D4}"/>
              </a:ext>
            </a:extLst>
          </p:cNvPr>
          <p:cNvSpPr txBox="1"/>
          <p:nvPr/>
        </p:nvSpPr>
        <p:spPr>
          <a:xfrm>
            <a:off x="2083981" y="694563"/>
            <a:ext cx="427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Передавання аргументів методам</a:t>
            </a:r>
          </a:p>
        </p:txBody>
      </p:sp>
      <p:pic>
        <p:nvPicPr>
          <p:cNvPr id="7" name="Picture 6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2DDBC8A6-0A80-1E16-539E-21F6D32C5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705" y="2271783"/>
            <a:ext cx="10032210" cy="231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85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8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B0325-EB0F-1599-6311-3A73761A23D4}"/>
              </a:ext>
            </a:extLst>
          </p:cNvPr>
          <p:cNvSpPr txBox="1"/>
          <p:nvPr/>
        </p:nvSpPr>
        <p:spPr>
          <a:xfrm>
            <a:off x="2083981" y="694563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Статичні класи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F573ACB-AD0A-76A4-A8DD-D207636DC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0" y="1396760"/>
            <a:ext cx="6972300" cy="2501900"/>
          </a:xfrm>
          <a:prstGeom prst="rect">
            <a:avLst/>
          </a:prstGeom>
        </p:spPr>
      </p:pic>
      <p:pic>
        <p:nvPicPr>
          <p:cNvPr id="11" name="Picture 10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E2098D31-EC62-5000-9FAC-0C160A2AB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598" y="4610340"/>
            <a:ext cx="64262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95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9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B0325-EB0F-1599-6311-3A73761A23D4}"/>
              </a:ext>
            </a:extLst>
          </p:cNvPr>
          <p:cNvSpPr txBox="1"/>
          <p:nvPr/>
        </p:nvSpPr>
        <p:spPr>
          <a:xfrm>
            <a:off x="2083981" y="694563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Методи розширення</a:t>
            </a:r>
          </a:p>
        </p:txBody>
      </p:sp>
      <p:pic>
        <p:nvPicPr>
          <p:cNvPr id="2" name="Picture 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CFBEC7A-E63B-5472-1661-A44821236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0" y="1396760"/>
            <a:ext cx="6972300" cy="2501900"/>
          </a:xfrm>
          <a:prstGeom prst="rect">
            <a:avLst/>
          </a:prstGeom>
        </p:spPr>
      </p:pic>
      <p:pic>
        <p:nvPicPr>
          <p:cNvPr id="7" name="Picture 6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4A00D6CF-DDC4-3C07-EFAE-41E3E770E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598" y="4610340"/>
            <a:ext cx="64262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6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10177</TotalTime>
  <Words>232</Words>
  <Application>Microsoft Macintosh PowerPoint</Application>
  <PresentationFormat>Widescreen</PresentationFormat>
  <Paragraphs>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Тема 2: Класи та структури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7</cp:revision>
  <dcterms:created xsi:type="dcterms:W3CDTF">2024-01-23T17:14:06Z</dcterms:created>
  <dcterms:modified xsi:type="dcterms:W3CDTF">2026-02-16T16:32:29Z</dcterms:modified>
</cp:coreProperties>
</file>
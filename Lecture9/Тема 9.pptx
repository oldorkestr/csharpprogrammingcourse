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76" r:id="rId3"/>
    <p:sldId id="258" r:id="rId4"/>
    <p:sldId id="277" r:id="rId5"/>
    <p:sldId id="294" r:id="rId6"/>
    <p:sldId id="287" r:id="rId7"/>
    <p:sldId id="295" r:id="rId8"/>
    <p:sldId id="296" r:id="rId9"/>
    <p:sldId id="297" r:id="rId10"/>
    <p:sldId id="298" r:id="rId11"/>
    <p:sldId id="299" r:id="rId12"/>
    <p:sldId id="274" r:id="rId13"/>
    <p:sldId id="285" r:id="rId14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21"/>
    <p:restoredTop sz="86351"/>
  </p:normalViewPr>
  <p:slideViewPr>
    <p:cSldViewPr snapToGrid="0">
      <p:cViewPr varScale="1">
        <p:scale>
          <a:sx n="109" d="100"/>
          <a:sy n="109" d="100"/>
        </p:scale>
        <p:origin x="101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28295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Файлове введення-виведення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Файлове введення-виведення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File I/O)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програмі читати дані з файлів і записувати дані в файли. Для цього використовуються класи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FileStream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StreamReader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StreamWriter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Файлове введення-виведення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Файлове введення-виведення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File I/O)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програмі читати дані з файлів і записувати дані в файли. Для цього використовуються класи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FileStream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StreamReader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StreamWriter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33206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Серіалізація дозволяє зберігати стан об'єктів у вигляді послідовності байтів для зберігання або передачі.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серіалізації об'єктів використовують атрибути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Serializable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 класи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BinaryFormatter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XmlSerializer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SoapFormatter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br>
              <a:rPr lang="en-US" dirty="0"/>
            </a:b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5058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Серіалізація дозволяє зберігати стан об'єктів у вигляді послідовності байтів для зберігання або передачі.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серіалізації об'єктів використовують атрибути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Serializable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 класи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BinaryFormatter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XmlSerializer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SoapFormatter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br>
              <a:rPr lang="en-US" dirty="0"/>
            </a:b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02469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Доступ до файлової системи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доступу до файлової системи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використовують класи з простору імен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System.IO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такі як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File, Directory,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49382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Доступ до файлової системи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доступу до файлової системи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використовують класи з простору імен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System.IO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такі як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File, Directory,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89095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Потоки даних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використовуються для читання і запису інформації. Найпоширеніші класи потоків знаходяться в </a:t>
            </a:r>
            <a:r>
              <a:rPr lang="en-US" dirty="0" err="1"/>
              <a:t>System.IO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такі як </a:t>
            </a:r>
            <a:r>
              <a:rPr lang="en-US" dirty="0" err="1"/>
              <a:t>FileStream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dirty="0" err="1"/>
              <a:t>MemoryStream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dirty="0" err="1"/>
              <a:t>StreamReader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і </a:t>
            </a:r>
            <a:r>
              <a:rPr lang="en-US" dirty="0" err="1"/>
              <a:t>StreamWriter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36155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рефлексія дозволяє програмі взаємодіяти зі структурою програми під час виконання. Це може бути корисно для дослідження та маніпулювання класами під час виконання програми.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36059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11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3/31/26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3/31/26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3/31/26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Файлове введення-виведення і серіалізація об'єктів. Доступ до файлової системи. Маніпулювання файлами і директоріями. Потоки даних. Формати серіалізації: двійковий, </a:t>
            </a:r>
            <a:r>
              <a:rPr lang="en-US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XML, SOAP.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26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Файлове введення-виведення і серіалізація об'єктів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3365F-E8C2-7385-AA38-E34A9CCC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529" y="1391316"/>
            <a:ext cx="7772400" cy="46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626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Файлове введення-виведення і серіалізація об'єктів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94405-A790-24CA-1148-51FD47E85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453" y="1607513"/>
            <a:ext cx="7772400" cy="36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2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Серіалізація об'єктів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DFCB1-D38F-2E13-2824-16C62A736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717" y="1063895"/>
            <a:ext cx="7772400" cy="564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Серіалізація об'єктів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D62101-E1B8-F4BF-4E17-324D6CEEF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241" y="1063895"/>
            <a:ext cx="7772400" cy="553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43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8638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Доступ до файлової системи. Маніпулювання файлами і директоріями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DD3BB2-0F76-F6AE-E237-32803B106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005" y="1525247"/>
            <a:ext cx="7772400" cy="46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5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Маніпулювання файлами і директоріями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96D962-6A11-1E3B-A813-1FD8ED61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717" y="1977753"/>
            <a:ext cx="7772400" cy="341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0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Потоки даних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082459-B50C-CD42-170A-4F9DC4613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021" y="1391316"/>
            <a:ext cx="7772400" cy="465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10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910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Використання інструментів рефлексії для програмного дослідження класів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FFF5B-5535-86E9-1836-FD8327AEF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506" y="1332330"/>
            <a:ext cx="5039766" cy="539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1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10145</TotalTime>
  <Words>385</Words>
  <Application>Microsoft Macintosh PowerPoint</Application>
  <PresentationFormat>Widescreen</PresentationFormat>
  <Paragraphs>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Файлове введення-виведення і серіалізація об'єктів. Доступ до файлової системи. Маніпулювання файлами і директоріями. Потоки даних. Формати серіалізації: двійковий, XML, SOAP.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8</cp:revision>
  <dcterms:created xsi:type="dcterms:W3CDTF">2024-01-23T17:14:06Z</dcterms:created>
  <dcterms:modified xsi:type="dcterms:W3CDTF">2026-03-31T05:27:45Z</dcterms:modified>
</cp:coreProperties>
</file>